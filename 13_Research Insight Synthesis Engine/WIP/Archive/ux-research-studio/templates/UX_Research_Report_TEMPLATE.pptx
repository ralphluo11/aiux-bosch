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{{PROJECT_TITLE}}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  <a:p>
            <a:r>
              <a:t>课题：{{TOPIC}} · 用户：{{AUDIENCE}}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研究目标与核心问题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{{MODULE_1}}</a:t>
            </a:r>
          </a:p>
          <a:p/>
          <a:p>
            <a:r>
              <a:t>核心问题：{{CORE_QUESTION}}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桌面研究 · 利益相关者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{{MODULE_2}}</a:t>
            </a:r>
          </a:p>
          <a:p/>
          <a:p>
            <a:r>
              <a:t>---</a:t>
            </a:r>
          </a:p>
          <a:p/>
          <a:p>
            <a:r>
              <a:t>{{MODULE_3}}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招募与访纲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{{MODULE_4}}</a:t>
            </a:r>
          </a:p>
          <a:p/>
          <a:p>
            <a:r>
              <a:t>---</a:t>
            </a:r>
          </a:p>
          <a:p/>
          <a:p>
            <a:r>
              <a:t>{{MODULE_5}}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素材与画像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{{MODULE_7}}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旅程与机会点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{{MODULE_8}}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概念方向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{{MODULE_9}}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项目进度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已完成模块：{{PROGRESS}}</a:t>
            </a:r>
          </a:p>
          <a:p/>
          <a:p>
            <a:r>
              <a:t>导出时间：{{EXPORT_TIME}}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3F76200AEA594EBB94A10DD5832C14" ma:contentTypeVersion="13" ma:contentTypeDescription="Create a new document." ma:contentTypeScope="" ma:versionID="a269a94a3af53300592dcae2b6bbdc27">
  <xsd:schema xmlns:xsd="http://www.w3.org/2001/XMLSchema" xmlns:xs="http://www.w3.org/2001/XMLSchema" xmlns:p="http://schemas.microsoft.com/office/2006/metadata/properties" xmlns:ns2="6952add7-8e63-412a-9be8-d041ac661f51" xmlns:ns3="c95283b6-4107-4556-b609-8a50a877c92b" targetNamespace="http://schemas.microsoft.com/office/2006/metadata/properties" ma:root="true" ma:fieldsID="b3301472f1d693db32ce966d98c701fd" ns2:_="" ns3:_="">
    <xsd:import namespace="6952add7-8e63-412a-9be8-d041ac661f51"/>
    <xsd:import namespace="c95283b6-4107-4556-b609-8a50a877c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2add7-8e63-412a-9be8-d041ac661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5283b6-4107-4556-b609-8a50a877c92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711f94c-dcaf-4c0e-b3c0-14a02499c17f}" ma:internalName="TaxCatchAll" ma:showField="CatchAllData" ma:web="c95283b6-4107-4556-b609-8a50a877c9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2add7-8e63-412a-9be8-d041ac661f51">
      <Terms xmlns="http://schemas.microsoft.com/office/infopath/2007/PartnerControls"/>
    </lcf76f155ced4ddcb4097134ff3c332f>
    <TaxCatchAll xmlns="c95283b6-4107-4556-b609-8a50a877c92b" xsi:nil="true"/>
  </documentManagement>
</p:properties>
</file>

<file path=customXml/itemProps1.xml><?xml version="1.0" encoding="utf-8"?>
<ds:datastoreItem xmlns:ds="http://schemas.openxmlformats.org/officeDocument/2006/customXml" ds:itemID="{B5FCA376-6CC2-4B1C-ABA4-EF1E41F65C39}"/>
</file>

<file path=customXml/itemProps2.xml><?xml version="1.0" encoding="utf-8"?>
<ds:datastoreItem xmlns:ds="http://schemas.openxmlformats.org/officeDocument/2006/customXml" ds:itemID="{152089B8-5274-42B8-8452-11042BFF1AA0}"/>
</file>

<file path=customXml/itemProps3.xml><?xml version="1.0" encoding="utf-8"?>
<ds:datastoreItem xmlns:ds="http://schemas.openxmlformats.org/officeDocument/2006/customXml" ds:itemID="{6F196B6D-1773-4FC9-947D-E8AD0BCD6E38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0x010100443F76200AEA594EBB94A10DD5832C14</vt:lpwstr>
  </property>
</Properties>
</file>